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6" r:id="rId7"/>
    <p:sldId id="260" r:id="rId8"/>
    <p:sldId id="267" r:id="rId9"/>
    <p:sldId id="261" r:id="rId10"/>
    <p:sldId id="268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9FC"/>
    <a:srgbClr val="F3F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100" y="2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大家好，今天我将为大家展示一款功能强大的文档智能总结助手。这款工具旨在成为您的一站式AI文档处理解决方案，极大地提升您处理文档的效率和精准度。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本次展示将分为五个部分，首先介绍工具的核心价值和应用场景，然后详细解析其三大核心功能，接着通过一个简单的演示让大家快速了解操作流程，之后总结工具的核心优势，最后进行总结与展望。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文档智能总结助手是一款真正的一站式工具，它将文件解析、AI总结、翻译、对比、导出和历史管理等多种功能集成在一起，让您无需在多个软件之间切换。无论是需要快速总结报告的职场人士，还是需要对比文献的研究者，都能从中受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来看核心功能之一：AI智能总结。它支持PDF、DOCX、TXT等主流格式，您可以自由设置总结的字数和风格，无论是简洁的要点还是详细的展开，都能满足您的需求。最终，您将获得一份精准的总结、核心关键词以及详细的文档统计信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65040-DC46-AB2F-D59B-22A90107D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06A763-44D5-2D78-AC49-170BAFBCCB3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9EF220-B7A0-1526-E147-AA3F2A9B380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66B2010-3B23-DAF1-404A-A51DBEF624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7F29DAE-B55C-5B63-201E-58D181028B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来看核心功能之一：AI智能总结。它支持PDF、DOCX、TXT等主流格式，您可以自由设置总结的字数和风格，无论是简洁的要点还是详细的展开，都能满足您的需求。最终，您将获得一份精准的总结、核心关键词以及详细的文档统计信息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7EE551-124B-E52D-B38C-0DBD0DE8483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6E974E-AAF7-C802-BFE7-BB5728AAC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5108356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第二个核心功能是智能文档对比。您可以上传两份文档，选择感兴趣的对比维度，工具会自动进行基础信息的对比，并通过AI进行深度的差异分析，最后将结果导出，方便您保存和分享。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20E58-BADD-AD65-7102-661BD2195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C60391-93F7-6572-9F30-250BFC25D42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FCB4A-84F5-FCBA-C355-957FC2D073C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84F5072-4D5C-4EFE-885E-0F845BDF8B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B5E9169-A46B-4946-0D56-F1560DFFEB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第二个核心功能是智能文档对比。您可以上传两份文档，选择感兴趣的对比维度，工具会自动进行基础信息的对比，并通过AI进行深度的差异分析，最后将结果导出，方便您保存和分享。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498388-D6E8-B1BF-BD23-AD0181287AF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B1EDEF-8D8D-E0E3-249F-F292019CA8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283966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第三个核心功能是总结翻译。在生成中文总结后，您只需一键即可将其翻译成英文。翻译结果会在一个独立的面板中展示，非常清晰，并且支持一键复制，方便您在其他地方使用。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A4DE0-99DE-2E6B-9B05-AF9B200F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C907C2-722D-0123-C7C8-0998F66191F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2A3346-967C-1991-015B-513976BD623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5069AB6-4EF9-2EFA-BF7A-A58B72542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AB31CE0-0252-ADF9-F4EC-2C0AB83717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第三个核心功能是总结翻译。在生成中文总结后，您只需一键即可将其翻译成英文。翻译结果会在一个独立的面板中展示，非常清晰，并且支持一键复制，方便您在其他地方使用。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1A879-37A3-E376-AEEE-F90296FB4D4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5DDF08-578B-98FA-2509-F134FC12B5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5556700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了解了核心功能后，我们来看一下具体的操作流程，非常简单，只需三步。第一步，上传您的文件，可以是PDF、DOCX或TXT格式。第二步，根据您的需求选择总结、对比或翻译功能。第三步，您就可以查看并导出AI为您生成的结果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总结一下，我们的工具具有四大核心优势。首先是高效，一站式处理流程能为您节省大量时间。其次是精准，依托强大的AI算法，分析结果非常可靠。第三是便捷，拖拽式操作、一键导出和本地历史记录管理，让使用体验非常流畅。最后是安全，工具采用纯前端实现，您的本地文件不会被上传到第三方服务器，保障了您的数据安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的来说，文档智能总结助手是一款能真正提升您工作效率的工具。我们也将不断努力，在未来持续优化AI算法，支持更多的文件格式，并增加如多语言翻译、文档格式转换等更多实用功能，为您提供更好的服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我的展示到此结束，感谢大家的观看。我们非常期待您的使用，并欢迎您提出宝贵的反馈意见。谢谢！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2.jpe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jpe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10" Type="http://schemas.openxmlformats.org/officeDocument/2006/relationships/image" Target="../media/image24.jpe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jpe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0.jpeg"/><Relationship Id="rId4" Type="http://schemas.openxmlformats.org/officeDocument/2006/relationships/image" Target="../media/image26.png"/><Relationship Id="rId9" Type="http://schemas.openxmlformats.org/officeDocument/2006/relationships/image" Target="../media/image2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jpeg"/><Relationship Id="rId7" Type="http://schemas.openxmlformats.org/officeDocument/2006/relationships/image" Target="../media/image3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10" Type="http://schemas.openxmlformats.org/officeDocument/2006/relationships/image" Target="../media/image38.jpe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jpeg"/><Relationship Id="rId5" Type="http://schemas.openxmlformats.org/officeDocument/2006/relationships/image" Target="../media/image41.jpeg"/><Relationship Id="rId4" Type="http://schemas.openxmlformats.org/officeDocument/2006/relationships/image" Target="../media/image40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2.jpe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5.png"/><Relationship Id="rId11" Type="http://schemas.openxmlformats.org/officeDocument/2006/relationships/image" Target="../media/image50.svg"/><Relationship Id="rId5" Type="http://schemas.openxmlformats.org/officeDocument/2006/relationships/image" Target="../media/image44.sv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jpeg"/><Relationship Id="rId3" Type="http://schemas.openxmlformats.org/officeDocument/2006/relationships/image" Target="../media/image2.jpe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2286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文档智能总结助手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3175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功能全解析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42969">
            <a:off x="5588040" y="38671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007AFF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1016000" y="4127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一站式AI文档处理解决方案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5849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 err="1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目录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162751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cap="flat" cmpd="sng">
            <a:solidFill>
              <a:srgbClr val="E6CFCF">
                <a:alpha val="85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818010"/>
            <a:ext cx="381000" cy="381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87500" y="1627510"/>
            <a:ext cx="952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工具简介：核心价值与应用场景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58001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cap="flat" cmpd="sng">
            <a:solidFill>
              <a:srgbClr val="E6CFCF">
                <a:alpha val="85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2770510"/>
            <a:ext cx="381000" cy="381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87500" y="2580010"/>
            <a:ext cx="952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核心功能：智能总结、文档对比、翻译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353251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cap="flat" cmpd="sng">
            <a:solidFill>
              <a:srgbClr val="E6CFCF">
                <a:alpha val="85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3723010"/>
            <a:ext cx="381000" cy="381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87500" y="3532510"/>
            <a:ext cx="952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操作演示：三步轻松上手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448501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cap="flat" cmpd="sng">
            <a:solidFill>
              <a:srgbClr val="E6CFCF">
                <a:alpha val="85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16000" y="4675510"/>
            <a:ext cx="381000" cy="381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87500" y="4485010"/>
            <a:ext cx="952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04 核心优势：高效、精准、便捷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43751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cap="flat" cmpd="sng">
            <a:solidFill>
              <a:srgbClr val="E6CFCF">
                <a:alpha val="85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000" y="562801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87500" y="5437510"/>
            <a:ext cx="952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05 总结与展望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工具简介：一站式AI文档处理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2032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222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460500" y="2184400"/>
            <a:ext cx="412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核心价值：全功能集成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641600"/>
            <a:ext cx="457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集文件解析、AI总结、翻译、对比、导出及历史管理于一体，打破软件壁垒，无需在多个工具间频繁切换，提升效率。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4191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438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460500" y="4343400"/>
            <a:ext cx="412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应用场景：多人群覆盖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4800600"/>
            <a:ext cx="457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专为职场人士、学生及研究者设计。适用于报告快速总结、学术文献对比分析、跨语言内容翻译等高频场景。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rcRect l="13964" r="13964"/>
          <a:stretch>
            <a:fillRect/>
          </a:stretch>
        </p:blipFill>
        <p:spPr>
          <a:xfrm>
            <a:off x="6223000" y="2032000"/>
            <a:ext cx="5207000" cy="4064000"/>
          </a:xfrm>
          <a:prstGeom prst="roundRect">
            <a:avLst>
              <a:gd name="adj" fmla="val 3125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190500" dist="76200" dir="2700000" algn="tl" rotWithShape="0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核心功能：AI智能总结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905000"/>
            <a:ext cx="3302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0955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2095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多格式支持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540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兼容主流办公文档格式，包括 PDF、DOCX、TXT，无缝对接您的工作流。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905000"/>
            <a:ext cx="3302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00" y="20955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207000" y="2095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灵活自定义配置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99000" y="2540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支持设置50-500字总结篇幅，可选简洁要点、详细展开或创意重述风格。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1905000"/>
            <a:ext cx="3302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82000" y="2095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890000" y="2095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多维结果输出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82000" y="2540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一键生成精准总结、提取核心关键词，并提供字数、段落数等详细统计信息。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937000"/>
            <a:ext cx="10668000" cy="2413000"/>
          </a:xfrm>
          <a:prstGeom prst="roundRect">
            <a:avLst>
              <a:gd name="adj" fmla="val 5263"/>
            </a:avLst>
          </a:prstGeom>
          <a:solidFill>
            <a:srgbClr val="F5F9FC"/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highlight>
                <a:srgbClr val="FFFF00"/>
              </a:highlight>
            </a:endParaRPr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7DFCAE11-9271-B6A0-2283-02F09531A4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85" b="35589"/>
          <a:stretch>
            <a:fillRect/>
          </a:stretch>
        </p:blipFill>
        <p:spPr bwMode="auto">
          <a:xfrm>
            <a:off x="876300" y="3982978"/>
            <a:ext cx="10439400" cy="2321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2">
            <a:extLst>
              <a:ext uri="{FF2B5EF4-FFF2-40B4-BE49-F238E27FC236}">
                <a16:creationId xmlns:a16="http://schemas.microsoft.com/office/drawing/2014/main" id="{D0BBA5E3-31E5-498E-0912-45C981DE71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87463" y="4190999"/>
            <a:ext cx="6959600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E7891-F58A-9D7B-1F0F-F81C8DC0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>
            <a:extLst>
              <a:ext uri="{FF2B5EF4-FFF2-40B4-BE49-F238E27FC236}">
                <a16:creationId xmlns:a16="http://schemas.microsoft.com/office/drawing/2014/main" id="{C0F18E69-440B-A8DF-4EED-2D335272E1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87463" y="4190999"/>
            <a:ext cx="6959600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pic>
        <p:nvPicPr>
          <p:cNvPr id="18" name="图片 17" descr="图形用户界面, 文本, 应用程序, 电子邮件&#10;&#10;AI 生成的内容可能不正确。">
            <a:extLst>
              <a:ext uri="{FF2B5EF4-FFF2-40B4-BE49-F238E27FC236}">
                <a16:creationId xmlns:a16="http://schemas.microsoft.com/office/drawing/2014/main" id="{A360DF1D-DB10-7F0C-14BD-961B3B596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4033" y="0"/>
            <a:ext cx="77639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1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核心功能：智能文档对比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2032000"/>
            <a:ext cx="5080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90000"/>
            </a:srgbClr>
          </a:solidFill>
          <a:ln w="12700" cap="flat" cmpd="sng">
            <a:solidFill>
              <a:srgbClr val="007AFF">
                <a:alpha val="20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286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74800" y="2222500"/>
            <a:ext cx="406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双文档灵活对比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574800" y="2603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支持上传两份文档进行快速比对，自动识别格式并提取文本内容。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365500"/>
            <a:ext cx="5080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90000"/>
            </a:srgbClr>
          </a:solidFill>
          <a:ln w="12700" cap="flat" cmpd="sng">
            <a:solidFill>
              <a:srgbClr val="007AFF">
                <a:alpha val="20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6195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74800" y="3556000"/>
            <a:ext cx="406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自定义对比维度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74800" y="39370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可灵活勾选内容差异、关键词差异、核心观点差异等多维度进行分析。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699000"/>
            <a:ext cx="5080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90000"/>
            </a:srgbClr>
          </a:solidFill>
          <a:ln w="12700" cap="flat" cmpd="sng">
            <a:solidFill>
              <a:srgbClr val="007AFF">
                <a:alpha val="20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9530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74800" y="4889500"/>
            <a:ext cx="406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AI 智能分析与导出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574800" y="5270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提供字数、段落等基础信息对比，结合AI深度差异分析，支持一键导出。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rcRect t="13414" b="13414"/>
          <a:stretch>
            <a:fillRect/>
          </a:stretch>
        </p:blipFill>
        <p:spPr>
          <a:xfrm>
            <a:off x="6223000" y="2032000"/>
            <a:ext cx="5207000" cy="3810000"/>
          </a:xfrm>
          <a:prstGeom prst="roundRect">
            <a:avLst>
              <a:gd name="adj" fmla="val 3333"/>
            </a:avLst>
          </a:prstGeom>
          <a:noFill/>
          <a:ln w="25400" cap="flat" cmpd="sng">
            <a:solidFill>
              <a:srgbClr val="FFFFFF">
                <a:alpha val="100000"/>
              </a:srgbClr>
            </a:solidFill>
            <a:prstDash val="solid"/>
            <a:round/>
          </a:ln>
          <a:effectLst>
            <a:outerShdw blurRad="127000" dist="63500" dir="2700000" algn="tl" rotWithShape="0">
              <a:srgbClr val="000000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DFDC1-6755-6CFC-0E00-BE8DD7B41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图形用户界面, 文本, 应用程序, 电子邮件&#10;&#10;AI 生成的内容可能不正确。">
            <a:extLst>
              <a:ext uri="{FF2B5EF4-FFF2-40B4-BE49-F238E27FC236}">
                <a16:creationId xmlns:a16="http://schemas.microsoft.com/office/drawing/2014/main" id="{001B954F-FC39-8185-2FF0-32F270D51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9326" y="0"/>
            <a:ext cx="76533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643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核心功能：总结翻译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2032000"/>
            <a:ext cx="5080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286000"/>
            <a:ext cx="609600" cy="609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778000" y="22225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一键翻译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778000" y="26035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将中文总结快速翻译为英文，操作简单高效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365500"/>
            <a:ext cx="5080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6195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778000" y="3556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结果展示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778000" y="39370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在独立面板展示翻译结果，替代弹窗，界面更清晰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699000"/>
            <a:ext cx="5080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953000"/>
            <a:ext cx="609600" cy="609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778000" y="48895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便捷操作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778000" y="52705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支持一键复制翻译结果，方便在其他文档中粘贴使用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rcRect l="13146" r="13146"/>
          <a:stretch>
            <a:fillRect/>
          </a:stretch>
        </p:blipFill>
        <p:spPr>
          <a:xfrm>
            <a:off x="6350000" y="2159000"/>
            <a:ext cx="4826000" cy="3683000"/>
          </a:xfrm>
          <a:prstGeom prst="roundRect">
            <a:avLst>
              <a:gd name="adj" fmla="val 6896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254000" dist="101600" dir="2700000" algn="tl" rotWithShape="0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77B92-C0ED-B134-A5CB-105B928BB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048DE822-3998-053E-AAD0-FC20B399A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214" y="0"/>
            <a:ext cx="76315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870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三步轻松上手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2032000"/>
            <a:ext cx="3302000" cy="3810000"/>
          </a:xfrm>
          <a:prstGeom prst="roundRect">
            <a:avLst>
              <a:gd name="adj" fmla="val 3846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 t="13636" b="13636"/>
          <a:stretch>
            <a:fillRect/>
          </a:stretch>
        </p:blipFill>
        <p:spPr>
          <a:xfrm>
            <a:off x="1016000" y="2286000"/>
            <a:ext cx="2794000" cy="2032000"/>
          </a:xfrm>
          <a:prstGeom prst="roundRect">
            <a:avLst>
              <a:gd name="adj" fmla="val 6250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016000" y="4445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01. 上传文件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4826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拖拽或点击选择PDF、DOCX、TXT等格式文件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2032000"/>
            <a:ext cx="3302000" cy="3810000"/>
          </a:xfrm>
          <a:prstGeom prst="roundRect">
            <a:avLst>
              <a:gd name="adj" fmla="val 3846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rcRect t="13636" b="13636"/>
          <a:stretch>
            <a:fillRect/>
          </a:stretch>
        </p:blipFill>
        <p:spPr>
          <a:xfrm>
            <a:off x="4699000" y="2286000"/>
            <a:ext cx="2794000" cy="2032000"/>
          </a:xfrm>
          <a:prstGeom prst="roundRect">
            <a:avLst>
              <a:gd name="adj" fmla="val 6250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4699000" y="4445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02. 选择功能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99000" y="4826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根据需求一键选择总结、对比或翻译功能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2032000"/>
            <a:ext cx="3302000" cy="3810000"/>
          </a:xfrm>
          <a:prstGeom prst="roundRect">
            <a:avLst>
              <a:gd name="adj" fmla="val 3846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rcRect t="13636" b="13636"/>
          <a:stretch>
            <a:fillRect/>
          </a:stretch>
        </p:blipFill>
        <p:spPr>
          <a:xfrm>
            <a:off x="8382000" y="2286000"/>
            <a:ext cx="2794000" cy="2032000"/>
          </a:xfrm>
          <a:prstGeom prst="roundRect">
            <a:avLst>
              <a:gd name="adj" fmla="val 6250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8382000" y="4445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03. 获取结果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82000" y="4826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实时查看AI生成的分析结果，并支持一键导出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核心优势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2286000"/>
            <a:ext cx="2476500" cy="3302000"/>
          </a:xfrm>
          <a:prstGeom prst="roundRect">
            <a:avLst>
              <a:gd name="adj" fmla="val 5128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9250" y="2667000"/>
            <a:ext cx="762000" cy="762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952500" y="3556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高效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4000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一站式处理，节省时间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92500" y="2286000"/>
            <a:ext cx="2476500" cy="3302000"/>
          </a:xfrm>
          <a:prstGeom prst="roundRect">
            <a:avLst>
              <a:gd name="adj" fmla="val 5128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49750" y="26670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3683000" y="3556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精准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83000" y="4000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AI深度分析，结果可靠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2286000"/>
            <a:ext cx="2476500" cy="3302000"/>
          </a:xfrm>
          <a:prstGeom prst="roundRect">
            <a:avLst>
              <a:gd name="adj" fmla="val 5128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80250" y="2667000"/>
            <a:ext cx="762000" cy="762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413500" y="3556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便捷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4000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拖拽操作，一键导出，本地历史记录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953500" y="2286000"/>
            <a:ext cx="2476500" cy="3302000"/>
          </a:xfrm>
          <a:prstGeom prst="roundRect">
            <a:avLst>
              <a:gd name="adj" fmla="val 5128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0750" y="2667000"/>
            <a:ext cx="762000" cy="762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144000" y="3556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安全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144000" y="4000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纯前端实现，本地文件不上传（AI接口除外）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7AFF"/>
                </a:solidFill>
                <a:latin typeface="Noto Sans SC"/>
                <a:ea typeface="Noto Sans SC"/>
                <a:cs typeface="Noto Sans SC"/>
                <a:sym typeface="Noto Sans SC"/>
              </a:rPr>
              <a:t>总结与展望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2032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286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2260600"/>
            <a:ext cx="406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核心价值总结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730500"/>
            <a:ext cx="457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文档智能总结助手是一款功能强大、操作便捷的AI文档处理工具，能有效提升文档处理效率，成为您的得力助手。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4191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7AFF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44450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4419600"/>
            <a:ext cx="406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未来功能展望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4889500"/>
            <a:ext cx="457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持续优化AI算法，支持更多文件格式，增加多语言翻译、文档格式转换等实用功能，赋能更多业务场景。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rcRect l="13964" r="13964"/>
          <a:stretch>
            <a:fillRect/>
          </a:stretch>
        </p:blipFill>
        <p:spPr>
          <a:xfrm>
            <a:off x="6223000" y="2032000"/>
            <a:ext cx="5207000" cy="4064000"/>
          </a:xfrm>
          <a:prstGeom prst="roundRect">
            <a:avLst>
              <a:gd name="adj" fmla="val 3125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190500" dist="76200" dir="2700000" algn="tl" rotWithShape="0">
              <a:srgbClr val="000000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32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2413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感谢观看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3556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期待您的使用与反馈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57290">
            <a:off x="5715053" y="42481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007AFF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495</Words>
  <Application>Microsoft Office PowerPoint</Application>
  <PresentationFormat>宽屏</PresentationFormat>
  <Paragraphs>97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Noto Sans SC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子木 余</cp:lastModifiedBy>
  <cp:revision>3</cp:revision>
  <dcterms:modified xsi:type="dcterms:W3CDTF">2026-02-26T08:53:36Z</dcterms:modified>
</cp:coreProperties>
</file>